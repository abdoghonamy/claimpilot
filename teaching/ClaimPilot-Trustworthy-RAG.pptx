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d3f3380b5d4ab8" /><Relationship Type="http://schemas.openxmlformats.org/officeDocument/2006/relationships/extended-properties" Target="/docProps/app.xml" Id="R29be6a762fa34de9" /><Relationship Type="http://schemas.openxmlformats.org/officeDocument/2006/relationships/officeDocument" Target="/ppt/presentation.xml" Id="Re0ea9dad77bb4f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de315ac1c4a90"/>
  </p:sldMasterIdLst>
  <p:notesMasterIdLst>
    <p:notesMasterId xmlns:r="http://schemas.openxmlformats.org/officeDocument/2006/relationships" r:id="Rdbbcf19db8734874"/>
  </p:notesMasterIdLst>
  <p:sldIdLst>
    <p:sldId xmlns:r="http://schemas.openxmlformats.org/officeDocument/2006/relationships" id="256" r:id="Ra63495d48e304bfa"/>
    <p:sldId xmlns:r="http://schemas.openxmlformats.org/officeDocument/2006/relationships" id="257" r:id="R7a34d9d914874dfd"/>
    <p:sldId xmlns:r="http://schemas.openxmlformats.org/officeDocument/2006/relationships" id="258" r:id="R90dca2fb174f4fe9"/>
    <p:sldId xmlns:r="http://schemas.openxmlformats.org/officeDocument/2006/relationships" id="259" r:id="R321cac6c61874824"/>
    <p:sldId xmlns:r="http://schemas.openxmlformats.org/officeDocument/2006/relationships" id="260" r:id="R0d5bf8cfd22d4474"/>
    <p:sldId xmlns:r="http://schemas.openxmlformats.org/officeDocument/2006/relationships" id="261" r:id="R6f61e0908104437b"/>
    <p:sldId xmlns:r="http://schemas.openxmlformats.org/officeDocument/2006/relationships" id="262" r:id="Rd1576c1e8b7b4a39"/>
    <p:sldId xmlns:r="http://schemas.openxmlformats.org/officeDocument/2006/relationships" id="263" r:id="Rf33be2b1dce94abe"/>
    <p:sldId xmlns:r="http://schemas.openxmlformats.org/officeDocument/2006/relationships" id="264" r:id="Rfc583208a3dc4ab7"/>
    <p:sldId xmlns:r="http://schemas.openxmlformats.org/officeDocument/2006/relationships" id="265" r:id="R1dc3d0574def4f36"/>
    <p:sldId xmlns:r="http://schemas.openxmlformats.org/officeDocument/2006/relationships" id="266" r:id="Rf44ccc3e3eda4133"/>
    <p:sldId xmlns:r="http://schemas.openxmlformats.org/officeDocument/2006/relationships" id="267" r:id="R7dca3f81a8f547de"/>
    <p:sldId xmlns:r="http://schemas.openxmlformats.org/officeDocument/2006/relationships" id="268" r:id="R1957dc51829e42a0"/>
    <p:sldId xmlns:r="http://schemas.openxmlformats.org/officeDocument/2006/relationships" id="269" r:id="Rc31060ba58a54ee4"/>
    <p:sldId xmlns:r="http://schemas.openxmlformats.org/officeDocument/2006/relationships" id="270" r:id="R56bb6b641fc744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c871d30974a61" /><Relationship Type="http://schemas.openxmlformats.org/officeDocument/2006/relationships/slideMaster" Target="/ppt/slideMasters/slideMaster1.xml" Id="R43cde315ac1c4a90" /><Relationship Type="http://schemas.openxmlformats.org/officeDocument/2006/relationships/notesMaster" Target="/ppt/notesMasters/notesMaster1.xml" Id="Rdbbcf19db8734874" /><Relationship Type="http://schemas.openxmlformats.org/officeDocument/2006/relationships/presProps" Target="/ppt/presProps.xml" Id="R09f79dbd05c34fca" /><Relationship Type="http://schemas.openxmlformats.org/officeDocument/2006/relationships/tableStyles" Target="/ppt/tableStyles.xml" Id="R7746c3d1122b4632" /><Relationship Type="http://schemas.openxmlformats.org/officeDocument/2006/relationships/slide" Target="/ppt/slides/slide1.xml" Id="Ra63495d48e304bfa" /><Relationship Type="http://schemas.openxmlformats.org/officeDocument/2006/relationships/slide" Target="/ppt/slides/slide2.xml" Id="R7a34d9d914874dfd" /><Relationship Type="http://schemas.openxmlformats.org/officeDocument/2006/relationships/slide" Target="/ppt/slides/slide3.xml" Id="R90dca2fb174f4fe9" /><Relationship Type="http://schemas.openxmlformats.org/officeDocument/2006/relationships/slide" Target="/ppt/slides/slide4.xml" Id="R321cac6c61874824" /><Relationship Type="http://schemas.openxmlformats.org/officeDocument/2006/relationships/slide" Target="/ppt/slides/slide5.xml" Id="R0d5bf8cfd22d4474" /><Relationship Type="http://schemas.openxmlformats.org/officeDocument/2006/relationships/slide" Target="/ppt/slides/slide6.xml" Id="R6f61e0908104437b" /><Relationship Type="http://schemas.openxmlformats.org/officeDocument/2006/relationships/slide" Target="/ppt/slides/slide7.xml" Id="Rd1576c1e8b7b4a39" /><Relationship Type="http://schemas.openxmlformats.org/officeDocument/2006/relationships/slide" Target="/ppt/slides/slide8.xml" Id="Rf33be2b1dce94abe" /><Relationship Type="http://schemas.openxmlformats.org/officeDocument/2006/relationships/slide" Target="/ppt/slides/slide9.xml" Id="Rfc583208a3dc4ab7" /><Relationship Type="http://schemas.openxmlformats.org/officeDocument/2006/relationships/slide" Target="/ppt/slides/slide10.xml" Id="R1dc3d0574def4f36" /><Relationship Type="http://schemas.openxmlformats.org/officeDocument/2006/relationships/slide" Target="/ppt/slides/slide11.xml" Id="Rf44ccc3e3eda4133" /><Relationship Type="http://schemas.openxmlformats.org/officeDocument/2006/relationships/slide" Target="/ppt/slides/slide12.xml" Id="R7dca3f81a8f547de" /><Relationship Type="http://schemas.openxmlformats.org/officeDocument/2006/relationships/slide" Target="/ppt/slides/slide13.xml" Id="R1957dc51829e42a0" /><Relationship Type="http://schemas.openxmlformats.org/officeDocument/2006/relationships/slide" Target="/ppt/slides/slide14.xml" Id="Rc31060ba58a54ee4" /><Relationship Type="http://schemas.openxmlformats.org/officeDocument/2006/relationships/slide" Target="/ppt/slides/slide15.xml" Id="R56bb6b641fc7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510ce57ea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91deb78114990" /><Relationship Type="http://schemas.openxmlformats.org/officeDocument/2006/relationships/notesMaster" Target="/ppt/notesMasters/notesMaster1.xml" Id="R590ddbb9fd2c45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461f727c54504" /><Relationship Type="http://schemas.openxmlformats.org/officeDocument/2006/relationships/notesMaster" Target="/ppt/notesMasters/notesMaster1.xml" Id="Rc0c5dd4b49bd49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9701213164191" /><Relationship Type="http://schemas.openxmlformats.org/officeDocument/2006/relationships/notesMaster" Target="/ppt/notesMasters/notesMaster1.xml" Id="R669f13e978d5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9e10cf5bfd4f8c" /><Relationship Type="http://schemas.openxmlformats.org/officeDocument/2006/relationships/notesMaster" Target="/ppt/notesMasters/notesMaster1.xml" Id="R657c6a7d66244e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bcc0fd7ff4019" /><Relationship Type="http://schemas.openxmlformats.org/officeDocument/2006/relationships/notesMaster" Target="/ppt/notesMasters/notesMaster1.xml" Id="R7ea49d0896ab49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48426a37a4be6" /><Relationship Type="http://schemas.openxmlformats.org/officeDocument/2006/relationships/notesMaster" Target="/ppt/notesMasters/notesMaster1.xml" Id="Rc8e93137ffd2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985ec9aed4665" /><Relationship Type="http://schemas.openxmlformats.org/officeDocument/2006/relationships/notesMaster" Target="/ppt/notesMasters/notesMaster1.xml" Id="R7e524973e03c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1d6d7b57342e8" /><Relationship Type="http://schemas.openxmlformats.org/officeDocument/2006/relationships/notesMaster" Target="/ppt/notesMasters/notesMaster1.xml" Id="R97ec92c3cc8c46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4f8fc5251e40b0" /><Relationship Type="http://schemas.openxmlformats.org/officeDocument/2006/relationships/notesMaster" Target="/ppt/notesMasters/notesMaster1.xml" Id="Rdb38f915230c48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7733bfcdd14c44" /><Relationship Type="http://schemas.openxmlformats.org/officeDocument/2006/relationships/notesMaster" Target="/ppt/notesMasters/notesMaster1.xml" Id="Rb9ad230598e34f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980d70714e43d6" /><Relationship Type="http://schemas.openxmlformats.org/officeDocument/2006/relationships/notesMaster" Target="/ppt/notesMasters/notesMaster1.xml" Id="Rac599771641e44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d7d3487a914a10" /><Relationship Type="http://schemas.openxmlformats.org/officeDocument/2006/relationships/notesMaster" Target="/ppt/notesMasters/notesMaster1.xml" Id="R9c81bcb45b014e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73554ce13343f7" /><Relationship Type="http://schemas.openxmlformats.org/officeDocument/2006/relationships/notesMaster" Target="/ppt/notesMasters/notesMaster1.xml" Id="Ra6d340db869c42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a6e956df5340b2" /><Relationship Type="http://schemas.openxmlformats.org/officeDocument/2006/relationships/notesMaster" Target="/ppt/notesMasters/notesMaster1.xml" Id="R7281dae6e9b148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6bdbc414c34faa" /><Relationship Type="http://schemas.openxmlformats.org/officeDocument/2006/relationships/notesMaster" Target="/ppt/notesMasters/notesMaster1.xml" Id="R71502113f5a8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deck based on the implemented ClaimPilot repository and assignment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5aee1e1c147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b8020eddd445d9" /><Relationship Type="http://schemas.openxmlformats.org/officeDocument/2006/relationships/slideLayout" Target="/ppt/slideLayouts/slideLayout1.xml" Id="R77e89c58bb5d46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89c58bb5d46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30a05c274ac8" /><Relationship Type="http://schemas.openxmlformats.org/officeDocument/2006/relationships/notesSlide" Target="/ppt/notesSlides/notesSlide1.xml" Id="Rc1eafe5aa6cf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de35a0254e1a" /><Relationship Type="http://schemas.openxmlformats.org/officeDocument/2006/relationships/notesSlide" Target="/ppt/notesSlides/notesSlide2.xml" Id="Rcf32bbd7465c4b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484afd549476e" /><Relationship Type="http://schemas.openxmlformats.org/officeDocument/2006/relationships/notesSlide" Target="/ppt/notesSlides/notesSlide3.xml" Id="Rdb2b6697ba4f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0fd3a39b64f14" /><Relationship Type="http://schemas.openxmlformats.org/officeDocument/2006/relationships/notesSlide" Target="/ppt/notesSlides/notesSlide4.xml" Id="R8719828c5b4443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7c36947848e8" /><Relationship Type="http://schemas.openxmlformats.org/officeDocument/2006/relationships/notesSlide" Target="/ppt/notesSlides/notesSlide5.xml" Id="Rcfa3b45338a8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a6830bfa54473" /><Relationship Type="http://schemas.openxmlformats.org/officeDocument/2006/relationships/notesSlide" Target="/ppt/notesSlides/notesSlide6.xml" Id="R35be1ce39fd246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7c5932a794e04" /><Relationship Type="http://schemas.openxmlformats.org/officeDocument/2006/relationships/notesSlide" Target="/ppt/notesSlides/notesSlide7.xml" Id="Re48ef1638403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ab685ec944c83" /><Relationship Type="http://schemas.openxmlformats.org/officeDocument/2006/relationships/notesSlide" Target="/ppt/notesSlides/notesSlide8.xml" Id="R421aa593d530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181a126e4142" /><Relationship Type="http://schemas.openxmlformats.org/officeDocument/2006/relationships/notesSlide" Target="/ppt/notesSlides/notesSlide9.xml" Id="Ra3022ad8b9094f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6267b29b4420a" /><Relationship Type="http://schemas.openxmlformats.org/officeDocument/2006/relationships/notesSlide" Target="/ppt/notesSlides/notesSlide10.xml" Id="R6fe5a4c7b73946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101809c9c45a0" /><Relationship Type="http://schemas.openxmlformats.org/officeDocument/2006/relationships/notesSlide" Target="/ppt/notesSlides/notesSlide11.xml" Id="R03130b0777b540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59deb240d46e7" /><Relationship Type="http://schemas.openxmlformats.org/officeDocument/2006/relationships/notesSlide" Target="/ppt/notesSlides/notesSlide12.xml" Id="R6637c5f8d45942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161d14a8c445b" /><Relationship Type="http://schemas.openxmlformats.org/officeDocument/2006/relationships/notesSlide" Target="/ppt/notesSlides/notesSlide13.xml" Id="R449124c8942143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782a976c64819" /><Relationship Type="http://schemas.openxmlformats.org/officeDocument/2006/relationships/notesSlide" Target="/ppt/notesSlides/notesSlide14.xml" Id="R8162178a69274d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09006bc5240ad" /><Relationship Type="http://schemas.openxmlformats.org/officeDocument/2006/relationships/notesSlide" Target="/ppt/notesSlides/notesSlide15.xml" Id="R2510e8ee82604f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CD2A8-D07D-4CD3-8305-1D3DFC6F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Trustworthy insurance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34C3-D1E1-43D1-9596-6F11175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6F4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E6F4F1"/>
                </a:solidFill>
                <a:latin typeface="Bitstream Charter"/>
                <a:ea typeface="Bitstream Charter"/>
                <a:cs typeface="Bitstream Charter"/>
              </a:rPr>
              <a:t>A 90-minute postgraduate session using ClaimPilot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6F4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E6F4F1"/>
                </a:solidFill>
                <a:latin typeface="Bitstream Charter"/>
                <a:ea typeface="Bitstream Charter"/>
                <a:cs typeface="Bitstream Charter"/>
              </a:rPr>
              <a:t>Grounded retrieval, deterministic decisions, and human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F5B37-0D9D-4328-B127-5EBB2415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9D5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B9D5D1"/>
                </a:solidFill>
                <a:latin typeface="Bitstream Charter"/>
                <a:ea typeface="Bitstream Charter"/>
                <a:cs typeface="Bitstream Charter"/>
              </a:rPr>
              <a:t>ClaimPilot teaching pack  |  1</a:t>
            </a:r>
          </a:p>
        </p:txBody>
      </p:sp>
    </p:spTree>
    <p:extLst>
      <p:ext uri="{BB962C8B-B14F-4D97-AF65-F5344CB8AC3E}">
        <p14:creationId xmlns:p14="http://schemas.microsoft.com/office/powerpoint/2010/main" val="2049852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B96FF-2728-4553-AD09-2123BC6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56C0F-A645-4375-97ED-F1A0DE2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Explain why retrieval must be version-aware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Trace a grounded answer to a policy chunk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Distinguish model drafting from deterministic money logic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Operate an auditable approval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50F21-FBEC-4758-A434-107D98C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2</a:t>
            </a:r>
          </a:p>
        </p:txBody>
      </p:sp>
    </p:spTree>
    <p:extLst>
      <p:ext uri="{BB962C8B-B14F-4D97-AF65-F5344CB8AC3E}">
        <p14:creationId xmlns:p14="http://schemas.microsoft.com/office/powerpoint/2010/main" val="1134424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E888D-B5DC-49E3-8689-33A8ABE3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The claims decision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2A9E5-D13D-425A-890C-6A93AD1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 claim is not answered by the newest policy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incident date chooses the applicable version.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decision also needs limits, deductibles, exclusions, and a human accountable for the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4D8F7-75F6-4353-9E4B-E1FCD62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3</a:t>
            </a:r>
          </a:p>
        </p:txBody>
      </p:sp>
    </p:spTree>
    <p:extLst>
      <p:ext uri="{BB962C8B-B14F-4D97-AF65-F5344CB8AC3E}">
        <p14:creationId xmlns:p14="http://schemas.microsoft.com/office/powerpoint/2010/main" val="1630289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0ED9D-66C5-4D6C-A976-C9948F2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The ClaimPilot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6A1D6-BFEE-4F7B-AA5F-59FC0CD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Claim intake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Version-aware policy retrieval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Coverage and exclusion analysis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Deterministic payout calculation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Draft rationale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Human review and final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3FF0D-E764-4C21-956D-AEACE97E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4</a:t>
            </a:r>
          </a:p>
        </p:txBody>
      </p:sp>
    </p:spTree>
    <p:extLst>
      <p:ext uri="{BB962C8B-B14F-4D97-AF65-F5344CB8AC3E}">
        <p14:creationId xmlns:p14="http://schemas.microsoft.com/office/powerpoint/2010/main" val="1877063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8EB4B-6180-4D1F-9E36-3CB96BD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Grounded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4BA37-FB24-42C2-B1BB-11A136B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Every answer must cite the supporting chunk.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Low evidence is not a reason to guess.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correct response can be: Not enough information in the policy corpus to determine this.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2C308-BB06-4C48-89A5-D4B051A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5</a:t>
            </a:r>
          </a:p>
        </p:txBody>
      </p:sp>
    </p:spTree>
    <p:extLst>
      <p:ext uri="{BB962C8B-B14F-4D97-AF65-F5344CB8AC3E}">
        <p14:creationId xmlns:p14="http://schemas.microsoft.com/office/powerpoint/2010/main" val="1412125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1256-830E-4303-979A-D98587F5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Structural chunks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F8AF4-E8AD-464A-B2E8-5F49731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Policy chunks retain policy number, version, section, clause, and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This supports citations that a reviewer can verify and metadata filtering before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2857E-1AAB-4061-ADD3-F701E65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6</a:t>
            </a:r>
          </a:p>
        </p:txBody>
      </p:sp>
    </p:spTree>
    <p:extLst>
      <p:ext uri="{BB962C8B-B14F-4D97-AF65-F5344CB8AC3E}">
        <p14:creationId xmlns:p14="http://schemas.microsoft.com/office/powerpoint/2010/main" val="1052217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64828-A238-44D4-BCEE-A65E568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Hybrid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72D4-0A6C-403B-B4EC-6D55594A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Dense search helps with paraphrases.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Keyword search helps with exact insurance terminology.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Fusion improves recall, while version filtering prevents a newer wording from contaminating an older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B43F7-B8E3-468B-B5B0-E5D898C6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7</a:t>
            </a:r>
          </a:p>
        </p:txBody>
      </p:sp>
    </p:spTree>
    <p:extLst>
      <p:ext uri="{BB962C8B-B14F-4D97-AF65-F5344CB8AC3E}">
        <p14:creationId xmlns:p14="http://schemas.microsoft.com/office/powerpoint/2010/main" val="601582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38D88-AF0E-482A-AC37-D6902F3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The version trap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2FF37-0611-4A92-AA90-6ECE4D94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AUT-2022 incident on 2023-03-10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Claim amount: $6,200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Applicable wording: version 1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Limit: $5,000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 current wording would be wrong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5E96D-675E-4FE1-8A91-03A6F4E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8</a:t>
            </a:r>
          </a:p>
        </p:txBody>
      </p:sp>
    </p:spTree>
    <p:extLst>
      <p:ext uri="{BB962C8B-B14F-4D97-AF65-F5344CB8AC3E}">
        <p14:creationId xmlns:p14="http://schemas.microsoft.com/office/powerpoint/2010/main" val="1162566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7CAE7-F188-4A08-84DE-D6983BE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Agent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D5E10-8378-4C74-BDEC-8181529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Coverage Matcher retrieves the version and coverage items.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Exclusion Analyst proposes candidates and verifies evidence.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Anomaly Detector records review signals.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Adjudication Drafter writes rationale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07EFF-B3F9-4ADC-AECE-E2579DF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9</a:t>
            </a:r>
          </a:p>
        </p:txBody>
      </p:sp>
    </p:spTree>
    <p:extLst>
      <p:ext uri="{BB962C8B-B14F-4D97-AF65-F5344CB8AC3E}">
        <p14:creationId xmlns:p14="http://schemas.microsoft.com/office/powerpoint/2010/main" val="1864426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3260-DF02-4B23-BC3F-F822DBD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Deterministic money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1D8BC-A8F5-4A32-873F-2F326B9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deterministic engine applies deductible, coinsurance, limit, and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model cannot change the amount.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This makes the calculation testable and repeatable.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0BBC2-FF50-4DE8-926E-76303483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10</a:t>
            </a:r>
          </a:p>
        </p:txBody>
      </p:sp>
    </p:spTree>
    <p:extLst>
      <p:ext uri="{BB962C8B-B14F-4D97-AF65-F5344CB8AC3E}">
        <p14:creationId xmlns:p14="http://schemas.microsoft.com/office/powerpoint/2010/main" val="82568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8B31D-017E-4FD9-A4A0-E0B9D64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Human review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679B3-4DBD-487C-B333-CA64F70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 draft enters a persisted queue.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Assignment depends on priority and amount.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Approvers must match the assigned role and authority threshold.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Approve, reject, edit, escalation, and SLA actions are audited.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44BA6-72DD-4A8C-AED2-1BDCF21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11</a:t>
            </a:r>
          </a:p>
        </p:txBody>
      </p:sp>
    </p:spTree>
    <p:extLst>
      <p:ext uri="{BB962C8B-B14F-4D97-AF65-F5344CB8AC3E}">
        <p14:creationId xmlns:p14="http://schemas.microsoft.com/office/powerpoint/2010/main" val="255101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8A36-63A1-4E72-893C-3C83AA7E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8524A-CDC1-4082-9CFE-5E358BD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The SSE stream shows agent and tool progress.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 run trace records policy version, tools, chunks, computation steps, anomalies, usage, cost, and approval history.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Correlation IDs link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99514-ABEA-414E-BCBF-52ECA0AB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12</a:t>
            </a:r>
          </a:p>
        </p:txBody>
      </p:sp>
    </p:spTree>
    <p:extLst>
      <p:ext uri="{BB962C8B-B14F-4D97-AF65-F5344CB8AC3E}">
        <p14:creationId xmlns:p14="http://schemas.microsoft.com/office/powerpoint/2010/main" val="1377448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3F230-5C62-43F4-B870-52B62AE1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OWASP LLM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E8E57-3CCD-462E-896E-554819FA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Retrieved documents are data, never instructions.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Tool allow-lists restrict agency.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Model output does not become HTML, shell, SQL, or a file path without validation.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Prompt injection cases remain in the evaluation 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B1C3C-6DE8-4A0B-8381-329B0C5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13</a:t>
            </a:r>
          </a:p>
        </p:txBody>
      </p:sp>
    </p:spTree>
    <p:extLst>
      <p:ext uri="{BB962C8B-B14F-4D97-AF65-F5344CB8AC3E}">
        <p14:creationId xmlns:p14="http://schemas.microsoft.com/office/powerpoint/2010/main" val="1775529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79B2A-4A18-41CB-A0C6-747CADF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Lab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9BDC7-0864-4C07-BD66-FAF097C7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Run the version-trap claim.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Inspect the trace and identify the selected policy version.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Ask an unsupported question and verify refusal.</a:t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Use a supervisor account to inspect the review queue.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74BC8-A9B1-427E-AC19-11711316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14</a:t>
            </a:r>
          </a:p>
        </p:txBody>
      </p:sp>
    </p:spTree>
    <p:extLst>
      <p:ext uri="{BB962C8B-B14F-4D97-AF65-F5344CB8AC3E}">
        <p14:creationId xmlns:p14="http://schemas.microsoft.com/office/powerpoint/2010/main" val="3720569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3707F-217D-437F-8FBC-68378D6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3B4C"/>
                </a:solidFill>
                <a:latin typeface="Bitstream Charter"/>
                <a:ea typeface="Bitstream Charter"/>
                <a:cs typeface="Bitstream Charter"/>
              </a:rPr>
              <a:t>Assessment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F791F-7E3E-4AAA-B0C8-00B30B3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Evidence: trace explanation, version-trap test, safe refusal, and approval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Stretch: add a new policy version, adversarial wording, or authority threshold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263642"/>
                </a:solidFill>
                <a:latin typeface="Bitstream Charter"/>
                <a:ea typeface="Bitstream Charter"/>
                <a:cs typeface="Bitstream Charter"/>
              </a:rPr>
              <a:t>Source: ClaimPilot repository teaching pack.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E03E-36C4-4827-91C3-C8F6787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>
                <a:solidFill>
                  <a:srgbClr val="60727F"/>
                </a:solidFill>
                <a:latin typeface="Bitstream Charter"/>
                <a:ea typeface="Bitstream Charter"/>
                <a:cs typeface="Bitstream Charter"/>
              </a:rPr>
              <a:t>ClaimPilot teaching pack  |  15</a:t>
            </a:r>
          </a:p>
        </p:txBody>
      </p:sp>
    </p:spTree>
    <p:extLst>
      <p:ext uri="{BB962C8B-B14F-4D97-AF65-F5344CB8AC3E}">
        <p14:creationId xmlns:p14="http://schemas.microsoft.com/office/powerpoint/2010/main" val="967212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2026-09-16T00:48:46.4990000Z</dcterms:created>
  <dcterms:modified xsi:type="dcterms:W3CDTF">2026-09-16T00:48:46.4990000Z</dcterms:modified>
</coreProperties>
</file>